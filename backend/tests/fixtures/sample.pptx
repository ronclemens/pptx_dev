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 Reviewer" initials="AR" lastIdx="2" clrIdx="0"/>
  <p:cmAuthor id="1" name="Pat Author" initials="P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Authors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2-03T09:15:00.000" idx="1">
    <p:pos x="374" y="1094"/>
    <p:text>Can we cite the test report number for the ACA-HRS-0190 verification?</p:text>
  </p:cm>
  <p:cm authorId="1" dt="2025-02-04T14:02:00.000" idx="1">
    <p:pos x="374" y="1094"/>
    <p:text>Good catch - it is TR-2025-014. I will add it to the speaker notes.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2-03T09:20:00.000" idx="2">
    <p:pos x="547" y="1238"/>
    <p:text>Please confirm the Qualification Testing date - it conflicts with the integrated master schedule.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2-03T09:31:00.000" idx="3">
    <p:pos x="173" y="3802"/>
    <p:text>The diagram is hard to read when projected; consider a larger version.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the cost reduction is relative to the FY23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mt" Type="http://schemas.openxmlformats.org/officeDocument/2006/relationships/comments" Target="../comments/commen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Cmt" Type="http://schemas.openxmlformats.org/officeDocument/2006/relationships/comments" Target="../comments/commen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Cmt" Type="http://schemas.openxmlformats.org/officeDocument/2006/relationships/comments" Target="../comments/commen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Project Status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the Program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preliminary design review ahead of schedule</a:t>
            </a:r>
          </a:p>
          <a:p>
            <a:r>
              <a:t>Requirement ACA-HRS-0190 verified in lab testing</a:t>
            </a:r>
          </a:p>
          <a:p>
            <a:r>
              <a:t>Reduced unit cost by 12% versus the baseline estimate</a:t>
            </a:r>
          </a:p>
          <a:p>
            <a:r>
              <a:t>Delivered the first prototype to the customer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Critical 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2025-03-14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Prototype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2025-06-02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 track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Qualification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2025-09-15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 risk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